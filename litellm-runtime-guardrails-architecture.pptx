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https://github.com/BerriAI/litellm/releases (v1.106.0), https://github.com/vllm-project/semantic-router, https://github.com/agentcontrol/agent-control, https://genai.owasp.org/llm-top-10/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is a target design. Modes pre_call/during_call/post_call/logging_only and header x-litellm-applied-guardrails are documented at https://docs.litellm.ai/docs/proxy/guardrails/quick_start . during_call can block but cannot reliably mask (custom_guardrail docs). Streaming post_call is audit-only unless the guardrail buffers (streaming_buffer_until_moderated).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Guard 2 numbers: https://github.com/meta-llama/PurpleLlama/blob/main/Llama-Prompt-Guard-2/86M/MODEL_CARD.md . Luna-2: https://docs.galileo.ai/concepts/luna/luna (vendor; Luna-2 is Enterprise tier only). Agent Control: https://docs.agentcontrol.dev/concepts/performance (Apple M5, Docker Compose, directional). Generic guardrail retries: https://docs.litellm.ai/docs/adding_provider/generic_guardrail_api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OWASP 2025 list: https://genai.owasp.org/llm-top-10/ . LiteLLM maps the OWASP 2026 edition (reordered; LLM08 renamed Hidden Context Exposure) at https://docs.litellm.ai/docs/proxy/security_owasp_llm_top10 and was checked against v1.104.0. Limits quoted (vector chunks after pre_call, PR #43271) come from that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HF: meta-llama/Llama-Prompt-Guard-2-86M, -22M (license other, gated), meta-llama/Llama-Guard-4-12B, Llama-Guard-3-1B (llama3.2), ibm-granite/granite-guardian-3.3-8b (apache-2.0), google/shieldgemma-2b (gemma), nvidia/Llama-3.1-Nemotron-Safety-Guard-8B-v3 (other), qualifire/prompt-injection-sentinel (other, gated), katanemo/Arch-Guard (mit), PatronusAI/Llama-3-Patronus-Lynx-8B-Instruct and PatronusAI/glider (cc-by-nc-4.0), vllm-sr/* (apache-2.0; mmbert32k-pii-detector-merged mit). Luna-2: https://docs.galileo.ai/concepts/luna/luna. Jev: https://docs.litellm.ai/docs/proxy/guardrails/decision_model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" cy="2377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EAD4"/>
                </a:solidFill>
                <a:latin typeface="IBM Plex Sans"/>
              </a:rPr>
              <a:t>ENTERPRISE ARCHITECTURE  ·  ML PLATFORM / LLMOPS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IBM Plex Sans"/>
              </a:rPr>
              <a:t>LiteLLM as the runtime guardrail and cost-routing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CBD5E1"/>
                </a:solidFill>
                <a:latin typeface="IBM Plex Sans"/>
              </a:rPr>
              <a:t>Thesis: one decision pass at the gateway, with fast local classifiers in the request path and heavier judges off it, enforces PII, prompt-injection and OWASP controls and drives cost-aware routing across Vertex AI, Bedrock and Azure OpenAI, with zero client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IBM Plex Sans"/>
              </a:rPr>
              <a:t>Prepared for </a:t>
            </a:r>
            <a:r>
              <a:rPr sz="1200" b="1" i="0">
                <a:solidFill>
                  <a:srgbClr val="FFFFFF"/>
                </a:solidFill>
                <a:latin typeface="IBM Plex Sans"/>
              </a:rPr>
              <a:t>Varun Saagar</a:t>
            </a:r>
            <a:r>
              <a:rPr sz="1200" b="0" i="0">
                <a:solidFill>
                  <a:srgbClr val="94A3B8"/>
                </a:solidFill>
                <a:latin typeface="IBM Plex Sans"/>
              </a:rPr>
              <a:t>  ·  19 October 2026  ·  Draft for POC decision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IBM Plex Sans"/>
              </a:rPr>
              <a:t>Versions checked: LiteLLM v1.106.0 (released 18 Oct 2026); vLLM Semantic Router v0.4 line; Galileo Agent Control (Apache-2.0); OWASP LLM Top 10 2025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IBM Plex Sans"/>
              </a:rPr>
              <a:t>Figures marked 'vendor' come from vendor docs. Figures marked 'target' are ours to measure. Neither is a benchmark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PROBLEM AND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We need enforcement in the request path, not only after-the-fact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IBM Plex Sans"/>
              </a:rPr>
              <a:t>The problem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8404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Galileo gives evaluation and traces, but the LiteLLM integration is a logging callback. It sees traffic after the call; it does not block it.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Agent Control can enforce, but it is built around @control() decorators in agent code. That means a change in every agent repo, which is the rollout friction.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LiteLLM guardrails are off until configured (default_on is false), so nothing is enforced at the gateway by default.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Spend runs through three clouds with no request-level model choice, so every call costs the same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60" y="132588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01  Runtime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19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Block, mask or reroute in pre_call and post_call, before content reaches a model or a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02752" y="132588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4630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02  Millisecond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874519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Sync guardrails add ≤ 50 ms p95 (target, to be measured in the POC).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017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301752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15467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03  Zero client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661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Same base URL, same virtual keys, same model aliases. Policy lives at the gateway.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3017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301752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15467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04  OWASP LLM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5661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Each 2025 risk maps to a control, and the gaps are stated explicitly.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709159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4709159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8463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05  Auditability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257799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Every verdict is logged (guardrail_information, Galileo, SIEM), with policy versions.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4709159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4709159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48463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06  Cost-aware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5257799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Send each request to the cheapest tier that passes a quality gate, with savings measured against a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Source: LiteLLM guardrails quick start (default_on default false): docs.litellm.ai/docs/proxy/guardrails/quick_start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Today: one gateway, three clouds, and observability that runs after the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4155"/>
                </a:solidFill>
                <a:latin typeface="IBM Plex Sans"/>
              </a:rPr>
              <a:t>Client apps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agents, RAG, chat; OpenAI-compatible SDKs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743200" cy="2377440"/>
          </a:xfrm>
          <a:prstGeom prst="roundRect">
            <a:avLst>
              <a:gd name="adj" fmla="val 307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LiteLLM gateway (OSS)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CCFBF1"/>
                </a:solidFill>
                <a:latin typeface="IBM Plex Sans"/>
              </a:rPr>
              <a:t>virtual keys · budgets · rate limits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CCFBF1"/>
                </a:solidFill>
                <a:latin typeface="IBM Plex Sans"/>
              </a:rPr>
              <a:t>fallbacks · spend logs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DE68A"/>
                </a:solidFill>
                <a:latin typeface="IBM Plex Sans"/>
              </a:rPr>
              <a:t>guardrails: not enforced (assumed, confirm)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2103120" cy="777240"/>
          </a:xfrm>
          <a:prstGeom prst="roundRect">
            <a:avLst>
              <a:gd name="adj" fmla="val 94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Vertex AI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Gemini et al.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669280" y="1856231"/>
            <a:ext cx="731520" cy="978409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2423160"/>
            <a:ext cx="2103120" cy="777240"/>
          </a:xfrm>
          <a:prstGeom prst="roundRect">
            <a:avLst>
              <a:gd name="adj" fmla="val 94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AWS Bedrock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Claude, Llama, Nova…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669280" y="2816352"/>
            <a:ext cx="731520" cy="1828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3383280"/>
            <a:ext cx="2103120" cy="777240"/>
          </a:xfrm>
          <a:prstGeom prst="roundRect">
            <a:avLst>
              <a:gd name="adj" fmla="val 94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Azure OpenAI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GPT deployments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2834640"/>
            <a:ext cx="731520" cy="94183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2834640"/>
            <a:ext cx="64008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4572000"/>
            <a:ext cx="2743200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34155"/>
                </a:solidFill>
                <a:latin typeface="IBM Plex Sans"/>
              </a:rPr>
              <a:t>Galileo (observability)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traces and evals via the LiteLLM 'galileo' logging callback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4023360"/>
            <a:ext cx="0" cy="548640"/>
          </a:xfrm>
          <a:prstGeom prst="line">
            <a:avLst/>
          </a:prstGeom>
          <a:ln w="19050">
            <a:solidFill>
              <a:srgbClr val="6474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146304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Galileo Agent Control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Apache-2.0 server + SDK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@control() decorator per agent function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decisions: deny · steer · warn · log · allow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0B1F3A"/>
                </a:solidFill>
                <a:latin typeface="IBM Plex Sans"/>
              </a:rPr>
              <a:t>POST /api/v1/evaluation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91C1C"/>
                </a:solidFill>
                <a:latin typeface="IBM Plex Sans"/>
              </a:rPr>
              <a:t>Where it hurts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Agent Control is wired in through the SDK, so adopting it is per-team engineering work plus change approval.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No Galileo guardrail provider ships in LiteLLM's guardrail_hooks (checked v1.106.0); only the logging integration.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200" b="0" i="0">
                <a:solidFill>
                  <a:srgbClr val="334155"/>
                </a:solidFill>
                <a:latin typeface="IBM Plex Sans"/>
              </a:rPr>
              <a:t>No request-level model selection, so simple prompts are billed at frontier 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github.com/BerriAI/litellm (litellm/integrations/galileo.py; proxy/guardrails/guardrail_hooks); docs.agentcontrol.dev/components/server; galileo.ai/blog/announcing-agent-control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Fast checks run in-path, heavier checks run in parallel or after, and the router acts on the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9456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34155"/>
                </a:solidFill>
                <a:latin typeface="IBM Plex Sans"/>
              </a:rPr>
              <a:t>Clients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unchanged base URL +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737360"/>
            <a:ext cx="1417320" cy="2286000"/>
          </a:xfrm>
          <a:prstGeom prst="roundRect">
            <a:avLst>
              <a:gd name="adj" fmla="val 516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BM Plex Sans"/>
              </a:rPr>
              <a:t>LiteLLM gateway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CCFBF1"/>
                </a:solidFill>
                <a:latin typeface="IBM Plex Sans"/>
              </a:rPr>
              <a:t>auth · virtual keys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CCFBF1"/>
                </a:solidFill>
                <a:latin typeface="IBM Plex Sans"/>
              </a:rPr>
              <a:t>budgets · rpm/tpm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CCFBF1"/>
                </a:solidFill>
                <a:latin typeface="IBM Plex Sans"/>
              </a:rPr>
              <a:t>policy by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788920" cy="306324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173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F766E"/>
                </a:solidFill>
                <a:latin typeface="IBM Plex Sans"/>
              </a:rPr>
              <a:t>PRE-CALL CHAIN  (pre_call)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55648"/>
            <a:ext cx="2514600" cy="585216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T0  Content filter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regex · keywords · prompt_injection_* · in-process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414015"/>
            <a:ext cx="2514600" cy="585216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T1  Presidio PII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mask / block entities · sidecar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072384"/>
            <a:ext cx="2514600" cy="585216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T1  Classifier service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mmBERT jailbreak + PII · Prompt Guard 2 · vLLM /classify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730752"/>
            <a:ext cx="2514600" cy="58521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T2  Managed (optional)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Bedrock Guardrails · Azure Prompt Shield · Model Armor · during_call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716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Decision service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E2E8F0"/>
                </a:solidFill>
                <a:latin typeface="IBM Plex Sans"/>
              </a:rPr>
              <a:t>signals → policy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FDE68A"/>
                </a:solidFill>
                <a:latin typeface="IBM Plex Sans"/>
              </a:rPr>
              <a:t>allow · mask · route · block · escalate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0175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Auto router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B1F3A"/>
                </a:solidFill>
                <a:latin typeface="IBM Plex Sans"/>
              </a:rPr>
              <a:t>complexity_router tiers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B45309"/>
                </a:solidFill>
                <a:latin typeface="IBM Plex Sans"/>
              </a:rPr>
              <a:t>+ 'safe' model group for flagged traffic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24927" y="2788920"/>
            <a:ext cx="0" cy="2286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16002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Vertex AI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321040" y="1965960"/>
            <a:ext cx="274320" cy="1755648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95360" y="25146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AWS Bedrock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321040" y="2880360"/>
            <a:ext cx="274320" cy="841248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95360" y="34290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Azure OpenAI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3721608"/>
            <a:ext cx="274320" cy="73152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49840" y="1371600"/>
            <a:ext cx="1691640" cy="30632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14173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766E"/>
                </a:solidFill>
                <a:latin typeface="IBM Plex Sans"/>
              </a:rPr>
              <a:t>POST-CALL (post_call)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755648"/>
            <a:ext cx="1508760" cy="777240"/>
          </a:xfrm>
          <a:prstGeom prst="roundRect">
            <a:avLst>
              <a:gd name="adj" fmla="val 94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PII leak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B1F3A"/>
                </a:solidFill>
                <a:latin typeface="IBM Plex Sans"/>
              </a:rPr>
              <a:t>Presidio / mmBERT on 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2624328"/>
            <a:ext cx="1508760" cy="777240"/>
          </a:xfrm>
          <a:prstGeom prst="roundRect">
            <a:avLst>
              <a:gd name="adj" fmla="val 94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Safety judge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B1F3A"/>
                </a:solidFill>
                <a:latin typeface="IBM Plex Sans"/>
              </a:rPr>
              <a:t>Llama Guard / Granite Guardian, high-risk routes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3493008"/>
            <a:ext cx="1508760" cy="777240"/>
          </a:xfrm>
          <a:prstGeom prst="roundRect">
            <a:avLst>
              <a:gd name="adj" fmla="val 94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Grounding</a:t>
            </a:r>
          </a:p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0B1F3A"/>
                </a:solidFill>
                <a:latin typeface="IBM Plex Sans"/>
              </a:rPr>
              <a:t>optional, RAG routes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08760" y="2880360"/>
            <a:ext cx="2743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2880360"/>
            <a:ext cx="2743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63640" y="2084832"/>
            <a:ext cx="2743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21240" y="28803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972800" y="443484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14400" y="4754880"/>
            <a:ext cx="1005840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14400" y="3566160"/>
            <a:ext cx="0" cy="118872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91840" y="47823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0F766E"/>
                </a:solidFill>
                <a:latin typeface="IBM Plex Sans"/>
              </a:rPr>
              <a:t>response, plus x-litellm-applied-guardrails header (or 400 with blocked reason)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20640"/>
            <a:ext cx="11475720" cy="1143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66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IBM Plex Sans"/>
              </a:rPr>
              <a:t>ASYNC / OFF-PATH  (no added request latency)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68112"/>
            <a:ext cx="26974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334155"/>
                </a:solidFill>
                <a:latin typeface="IBM Plex Sans"/>
              </a:rPr>
              <a:t>Galileo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logging callback: traces, guardrail verdicts, evals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5468112"/>
            <a:ext cx="26974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334155"/>
                </a:solidFill>
                <a:latin typeface="IBM Plex Sans"/>
              </a:rPr>
              <a:t>Spend logs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guardrail_information per request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5468112"/>
            <a:ext cx="26974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334155"/>
                </a:solidFill>
                <a:latin typeface="IBM Plex Sans"/>
              </a:rPr>
              <a:t>SIEM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blocked / flagged events, policy version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5468112"/>
            <a:ext cx="26974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334155"/>
                </a:solidFill>
                <a:latin typeface="IBM Plex Sans"/>
              </a:rPr>
              <a:t>Offline judge + red-team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LLM-as-judge, garak / promptfoo; tunes thresholds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87168" y="4023360"/>
            <a:ext cx="0" cy="1097280"/>
          </a:xfrm>
          <a:prstGeom prst="line">
            <a:avLst/>
          </a:prstGeom>
          <a:ln w="19050">
            <a:solidFill>
              <a:srgbClr val="6474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60320" y="4498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async callbacks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Green = local, in-path. Amber = remote or selective. Mode names and header from docs.litellm.ai/docs/proxy/guardrails/quick_start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DECISION API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One decision contract: signals in, a single policy verdict out, mapped onto LiteLLM's guardrail actions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371600"/>
            <a:ext cx="1874519" cy="1051560"/>
          </a:xfrm>
          <a:prstGeom prst="homePlat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463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Request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messages, tools, team / key metadata</a:t>
            </a:r>
          </a:p>
        </p:txBody>
      </p:sp>
      <p:sp>
        <p:nvSpPr>
          <p:cNvPr id="6" name="Chevron 5"/>
          <p:cNvSpPr/>
          <p:nvPr/>
        </p:nvSpPr>
        <p:spPr>
          <a:xfrm>
            <a:off x="2240280" y="1371600"/>
            <a:ext cx="1874519" cy="1051560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7208" y="1417320"/>
            <a:ext cx="1097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Signals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jailbreak score · PII entities · intent · complexity</a:t>
            </a:r>
          </a:p>
        </p:txBody>
      </p:sp>
      <p:sp>
        <p:nvSpPr>
          <p:cNvPr id="8" name="Chevron 7"/>
          <p:cNvSpPr/>
          <p:nvPr/>
        </p:nvSpPr>
        <p:spPr>
          <a:xfrm>
            <a:off x="4023360" y="1371600"/>
            <a:ext cx="1874519" cy="1051560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417320"/>
            <a:ext cx="1097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Policy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334155"/>
                </a:solidFill>
                <a:latin typeface="IBM Plex Sans"/>
              </a:rPr>
              <a:t>versioned rules per tenant / route (policy-as-code)</a:t>
            </a:r>
          </a:p>
        </p:txBody>
      </p:sp>
      <p:sp>
        <p:nvSpPr>
          <p:cNvPr id="10" name="Chevron 9"/>
          <p:cNvSpPr/>
          <p:nvPr/>
        </p:nvSpPr>
        <p:spPr>
          <a:xfrm>
            <a:off x="5806440" y="1371600"/>
            <a:ext cx="1874519" cy="1051560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17320"/>
            <a:ext cx="1097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IBM Plex Sans"/>
              </a:rPr>
              <a:t>Action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E2E8F0"/>
                </a:solidFill>
                <a:latin typeface="IBM Plex Sans"/>
              </a:rPr>
              <a:t>allow · mask · route · block · escalate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97480"/>
          <a:ext cx="7223760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4617720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How LiteLLM enforces it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ALLOW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Generic Guardrail API returns action NONE; request proceeds unchanged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MASK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GUARDRAIL_INTERVENED + rewritten texts (pre_call only; during_call cannot mask reliably)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documented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BLOCK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BLOCKED + blocked_reason, so the client gets an error instead of a completion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ROUTE (safe / jail)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Custom guardrail rewrites the target model group in pre_call; or the sensitive_data_routing guardrail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verify: SDR issue #36535 open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ESCALATE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Allow, flag in guardrail_information, then async Galileo review or judge; optionally a during_call heavy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B45309"/>
                          </a:solidFill>
                          <a:latin typeface="IBM Plex Sans"/>
                        </a:rPr>
                        <a:t>design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955279" y="1371600"/>
            <a:ext cx="379476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Decision payload (illustrative internal schema)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64208"/>
            <a:ext cx="3794760" cy="4599431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1737360"/>
            <a:ext cx="3575304" cy="4453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"request_id": "litellm_call_id",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"tenant": "team-payments",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"policy": "payments-default@v12",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"signals": {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"jailbreak": {"model": "mmbert32k-jb",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              "score": 0.93},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"pii": ["EMAIL_ADDRESS", "PERSON"],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"intent": "billing",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"complexity": "MEDIUM"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},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"decision": "BLOCK",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"reason": "jailbreak &gt;= 0.80",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"actions": [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{"type": "block",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 "message": "Request blocked by policy"},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  {"type": "audit", "sink": "siem"}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],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  "fail_mode": "closed"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E2E8F0"/>
                </a:solidFill>
                <a:latin typeface="IBM Plex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IBM Plex Sans"/>
              </a:rPr>
              <a:t>The gateway calls the decision service through generic_guardrail_api (POST /beta/litellm_basic_guardrail_api) or a CustomGuardrail class. Agent Control can sit behind it later as one evaluator.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docs.litellm.ai/docs/adding_provider/generic_guardrail_api; .../guardrails/custom_guardrail; github.com/BerriAI/litellm/issues/36535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LATENCY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A tiered budget keeps the synchronous path small; every number below is a source claim or a target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4400" b="1" i="0">
                <a:solidFill>
                  <a:srgbClr val="0F766E"/>
                </a:solidFill>
                <a:latin typeface="IBM Plex Sans"/>
              </a:rPr>
              <a:t>≤ 50 ms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0B1F3A"/>
                </a:solidFill>
                <a:latin typeface="IBM Plex Sans"/>
              </a:rPr>
              <a:t>added p95 on the sync pre-call path</a:t>
            </a:r>
          </a:p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IBM Plex Sans"/>
              </a:rPr>
              <a:t>TARGET to measure in the POC, not a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B1F3A"/>
                </a:solidFill>
                <a:latin typeface="IBM Plex Sans"/>
              </a:rPr>
              <a:t>Budget rules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Only T0 and T1 block synchronously by default.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Remote checks run during_call: in parallel with the LLM, block-only.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Judges run only on flagged or high-risk routes.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Worst case for a generic guardrail = timeout × (num_retries + 1).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0" y="1371600"/>
          <a:ext cx="8275320" cy="47731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1463040"/>
                <a:gridCol w="3108960"/>
                <a:gridCol w="1051560"/>
                <a:gridCol w="105156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Tier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Where it runs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Documented figure (source)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Our target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Mode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T0 content filter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in-process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'Fast, runs locally, no external API calls' (LiteLLM)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&lt; 5 ms p95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T1 Presidio PII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sidecar container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relied 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&lt; 20 ms p95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T1 tiny classifier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GPU / CPU pod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Prompt Guard 2: 22M 19.3 ms, 86M 92.4 ms (A100, 512 tok; Meta)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≤ 30 ms p95 (22M-class); 86M over budget as published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T1 mmBERT-32K (307M)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GPU / CPU pod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published; measure CPU and GPU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≤ 30 ms p95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T2 managed cloud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Bedrock / Azure / GCP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relied on; network-bound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hidden by parallel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during_call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T2 small judge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GPU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Luna-2 avg 152 ms; 15–16 ms at 500 tok on H100 (Galileo, vendor)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 only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post / during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Agent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p50 36 ms / p99 61 ms, 1 control (local M5 benchmark)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directional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via adapter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T3 LLM-as-judge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async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seconds; off-path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5309"/>
                          </a:solidFill>
                          <a:latin typeface="IBM Plex Sans"/>
                        </a:rPr>
                        <a:t>0 ms in-path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logging_only / offline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PurpleLlama Prompt Guard 2 model card; docs.galileo.ai/concepts/luna/luna; docs.agentcontrol.dev/concepts/performance; LiteLLM content filter + generic guardrail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OWASP LLM TOP 10 (2025)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The gateway covers input, output and consumption risks well; supply chain, poisoning and RAG stay with their owners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92840" cy="4928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4983480"/>
                <a:gridCol w="1417320"/>
                <a:gridCol w="1325880"/>
                <a:gridCol w="1463040"/>
              </a:tblGrid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Control in this architecture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Mode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LLM01 Prompt 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Content filter prompt_injection_*; mmBERT / Prompt Guard 2; optional Prompt Shield / Model Armor; MCP guardrails for tool 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pre_call, post_mcp_call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Partial: classifiers can be evaded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LLM02 Sensitive Info Disclosure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Presidio mask / block; mmBERT PII NER; output PII check; log redaction flags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 + post, logging_only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Platform + DPO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803D"/>
                          </a:solidFill>
                          <a:latin typeface="IBM Plex Sans"/>
                        </a:rPr>
                        <a:t>Strong for known entities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LLM03 Supply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Signed LiteLLM image pinned by digest; model access groups; pin classifier model revisions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deploy / 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Platform + SecOps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Partial: artefacts are outside the gateway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LLM04 Data &amp; Model Poisoning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Batch guardrails and upload limits only; training data is not visible to the gateway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ML / data owners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91C1C"/>
                          </a:solidFill>
                          <a:latin typeface="IBM Plex Sans"/>
                        </a:rPr>
                        <a:t>Out of gateway scope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LLM05 Improper Output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post_call guardrails; streaming_buffer_until_moderated; tool permission guardrail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post_call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Platform + apps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Partial: apps must still sanitise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LLM06 Excessive Agency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Tool permission / tool policy; MCP permissions; key models + allowed_routes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 / post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Agent owners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LLM07 System Prompt Leakage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prompt_injection_system_prompt pattern; managed prompts; redaction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Apps + 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LLM08 Vector &amp; Embedding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Vector-store permissions; chunks join after pre_call in v1.104 (PR #43271)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RAG owners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91C1C"/>
                          </a:solidFill>
                          <a:latin typeface="IBM Plex Sans"/>
                        </a:rPr>
                        <a:t>Weak at gateway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LLM09 Misinformation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Grounding (Bedrock / Qualifire), LLM-as-judge post_call; Galileo evals offline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post_call, async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Apps + Eval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Partial: needs 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LLM10 Unbounded Consumption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Budgets, rpm / tpm, max_parallel_requests, fail-closed limit flags, router tiers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pre-request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Platform / FinOps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803D"/>
                          </a:solidFill>
                          <a:latin typeface="IBM Plex Sans"/>
                        </a:rPr>
                        <a:t>Strong (gateway-native)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genai.owasp.org/llm-top-10 (2025 list); docs.litellm.ai/docs/proxy/security_owasp_llm_top10 (maps the 2026 edition, v1.104.0). Re-map when you adopt the 2026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OPTION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Recommended: A + B for the POC, with C as the policy plane once its rollout is approved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92840" cy="42428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514600"/>
                <a:gridCol w="2423160"/>
                <a:gridCol w="2514600"/>
                <a:gridCol w="242316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A  LiteLLM native + Presidio + open classifier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B  + vLLM SR mmBERT models as a guardrail service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C  Galileo Agent Control / Luna-2 as decision API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D  Hyperscaler guardrails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What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content filter, presidio, custom / generic guardrail calling Prompt Guard 2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mmBERT-32K jailbreak, PII (17 types), intent on vLLM /classify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server POST /api/v1/evaluation; deny / steer / warn / log / allow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bedrock, azure/prompt_shield, model_armor providers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In-path latency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local; see latency slide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local; measure (307M params, 32K ctx)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network hop; p50 36 ms local benchmark (+ evaluator)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remote API; run during_call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Data residency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stays in your VPC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stays in your VPC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self-host server; Luna-2 is Galileo-hosted / Enterprise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per cloud region; text sent to provider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LiteLLM MIT core (verify enterprise/ dir); Presidio MIT; Prompt Guard: Llama licence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 (PII model MIT)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Agent Control Apache-2.0; Luna-2 commercial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commercial, pay per use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infra only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infra only (GPU or CPU pods)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infra + Galileo Enterprise for Luna-2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per-request charges per cloud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Process friction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low: gateway config only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low to medium: new service to run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high today (SDK decorators, approvals); medium via a gateway adapter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medium: three consoles, three policy models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Main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regex / classifier evasion; per-key guardrails need Enterprise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self-reported model metrics; tune on your data</a:t>
                      </a:r>
                    </a:p>
                  </a:txBody>
                  <a:tcPr marL="54864" marR="54864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 native LiteLLM guardrail; adapter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uneven coverage across clouds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623560"/>
            <a:ext cx="11292840" cy="685800"/>
          </a:xfrm>
          <a:prstGeom prst="roundRect">
            <a:avLst>
              <a:gd name="adj" fmla="val 1066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BM Plex Sans"/>
              </a:rPr>
              <a:t>Recommendation: </a:t>
            </a:r>
            <a:r>
              <a:rPr sz="1150" b="0" i="0">
                <a:solidFill>
                  <a:srgbClr val="E2E8F0"/>
                </a:solidFill>
                <a:latin typeface="IBM Plex Sans"/>
              </a:rPr>
              <a:t>A + B in-path now (local, ms-scale, no client change). Use D per cloud only where a regulated route needs it, run during_call. Bring in C as the policy and observability plane behind the decision service once process allows, and keep the Galileo logging callback from day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docs.litellm.ai guardrail docs; huggingface.co/vllm-sr; docs.agentcontrol.dev; docs.galileo.ai/concepts/luna/luna. Per-key guardrails are an Enterprise feature per the LiteLLM quick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LITELLM CONFIG.YAML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The baseline policy is about 40 lines of documented keys (illustrative values)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76072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config.yaml (part 1): local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18488"/>
            <a:ext cx="5760720" cy="469087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5541264" cy="4544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guardrails: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guardrail_name: t0-content-filter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guardrail: litellm_content_filter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mode: [pre_call, post_call]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default_on: true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patterns: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- {pattern_type: prebuilt, pattern_name: us_ssn, action: BLOCK}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- {pattern_type: prebuilt, pattern_name: email,  action: MASK}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- {pattern_type: prebuilt, pattern_name: aws_access_key,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action: BLOCK}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categories: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- {category: prompt_injection_jailbreak, enabled: true,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action: BLOCK, severity_threshold: medium}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- {category: prompt_injection_system_prompt, enabled: true,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action: BLOCK, severity_threshold: medium}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guardrail_name: t1-presidio-pii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guardrail: presidio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mode: pre_call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default_on: true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presidio_language: en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pii_entities_config: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{CREDIT_CARD: MASK, EMAIL_ADDRESS: MASK, US_SSN: BLOCK}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presidio_score_thresholds: {CREDIT_CARD: 0.8, EMAIL_ADDRESS: 0.6}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534924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config.yaml (part 2): classifier and managed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18488"/>
            <a:ext cx="5349240" cy="31363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91640"/>
            <a:ext cx="5129783" cy="2990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guardrail_name: t1-classifier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guardrail: generic_guardrail_api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mode: [pre_call, post_call]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default_on: true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api_base: http://guard-decision:8080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timeout: 0.2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seconds; illustrative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num_retries: 0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unreachable_fallback: fail_closed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fail_on_error: true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guardrail_name: t2-bedrock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regulated teams only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guardrail: bedrock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mode: during_call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guardrailIdentifier: os.environ/BR_GUARDRAIL_ID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guardrailVersion: "1"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B1F3A"/>
                </a:solidFill>
                <a:latin typeface="IBM Plex Sans"/>
              </a:rPr>
              <a:t>Notes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Keys are taken from LiteLLM docs (quick start, content filter, generic API, Bedrock). Values are placeholders.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Per-key and model-level guardrails are Enterprise. On OSS, use default_on and branch on team_id inside the guardrail.</a:t>
            </a:r>
          </a:p>
          <a:p>
            <a:pPr algn="l" marL="164592" indent="-164592">
              <a:spcAft>
                <a:spcPts val="200"/>
              </a:spcAft>
              <a:buChar char="•"/>
            </a:pPr>
            <a:r>
              <a:rPr sz="1000" b="0" i="0">
                <a:solidFill>
                  <a:srgbClr val="B45309"/>
                </a:solidFill>
                <a:latin typeface="IBM Plex Sans"/>
              </a:rPr>
              <a:t>Presidio analyser and anonymiser endpoints come from env vars; check the names in the Presidio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docs.litellm.ai/docs/proxy/guardrails/quick_start · /litellm_content_filter · /bedrock · docs.litellm.ai/docs/adding_provider/generic_guardrail_api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CUSTOM GUARDRAIL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A 25-line CustomGuardrail calls the local classifier; it works the same for requests and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694944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jailbreak_guard.py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18488"/>
            <a:ext cx="6949440" cy="469087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6729983" cy="4544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import httpx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from litellm.integrations.custom_guardrail import CustomGuardrail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from litellm.types.utils import GenericGuardrailAPIInputs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CLASSIFY = "http://guard-classifier:8000/classify"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vLLM pooling server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MODEL = "vllm-sr/mmbert32k-jailbreak-detector-merged"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THRESHOLD = {"default": 0.80, "team-regulated": 0.60}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tune in POC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class JailbreakGuard(CustomGuardrail):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def __init__(self, **kwargs):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self.http = httpx.AsyncClient(timeout=0.15) 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hard budget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super().__init__(**kwargs)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async def apply_guardrail(self, inputs: GenericGuardrailAPIInputs,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                   request_data: dict, input_type, logging_obj=None):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texts = inputs.get("texts") or []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if not texts: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 return inputs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team = (request_data.get("metadata") or {}).get("user_api_key_team_id")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r = await self.http.post(CLASSIFY, json={"model": MODEL, "input": texts})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r.raise_for_status()                        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error -&gt; call fails (closed)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scores = [d["probs"][1] for d in r.json()["data"]]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label 1 = jailbreak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if max(scores) &gt;= THRESHOLD.get(team, THRESHOLD["default"]):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  raise Exception(f"Blocked by policy (jailbreak={max(scores):.2f})")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return inputs                               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allow (or return masked texts)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325880"/>
            <a:ext cx="411480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wire-up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18488"/>
            <a:ext cx="4114800" cy="13075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7" y="1691640"/>
            <a:ext cx="3895344" cy="1161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IBM Plex Mono"/>
              </a:rPr>
              <a:t># serve the classifier (CPU or GPU)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E2E8F0"/>
                </a:solidFill>
                <a:latin typeface="IBM Plex Mono"/>
              </a:rPr>
              <a:t>vllm serve vllm-sr/mmbert32k-jailbreak-detector-merged \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E2E8F0"/>
                </a:solidFill>
                <a:latin typeface="IBM Plex Mono"/>
              </a:rPr>
              <a:t>  --runner pooling --port 8000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IBM Plex Mono"/>
              </a:rPr>
              <a:t># attach in config.yaml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E2E8F0"/>
                </a:solidFill>
                <a:latin typeface="IBM Plex Mono"/>
              </a:rPr>
              <a:t>guardrail: jailbreak_guard.JailbreakGuard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E2E8F0"/>
                </a:solidFill>
                <a:latin typeface="IBM Plex Mono"/>
              </a:rPr>
              <a:t>mode: [pre_call, post_call]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108960"/>
            <a:ext cx="4114800" cy="3200400"/>
          </a:xfrm>
          <a:prstGeom prst="roundRect">
            <a:avLst>
              <a:gd name="adj" fmla="val 2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What is verified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apply_guardrail(inputs, request_data, input_type, logging_obj) runs in pre, during and post modes.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request_data['metadata'] carries user_api_key_team_id, so you get per-team policy on OSS.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Raising blocks the call. Returning edited texts masks them.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vLLM serves sequence classifiers with --runner pooling and /classify.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B45309"/>
                </a:solidFill>
                <a:latin typeface="IBM Plex Sans"/>
              </a:rPr>
              <a:t>Verify in POC</a:t>
            </a:r>
          </a:p>
          <a:p>
            <a:pPr algn="l" marL="164592" indent="-164592">
              <a:spcAft>
                <a:spcPts val="300"/>
              </a:spcAft>
              <a:buChar char="•"/>
            </a:pPr>
            <a:r>
              <a:rPr sz="1000" b="0" i="0">
                <a:solidFill>
                  <a:srgbClr val="B45309"/>
                </a:solidFill>
                <a:latin typeface="IBM Plex Sans"/>
              </a:rPr>
              <a:t>the /classify response shape (probs field); returning HTTP 400 rather than 500 on block; PII NER model serving (token classification).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docs.litellm.ai/docs/proxy/guardrails/custom_guardrail; docs.vllm.ai/en/stable/models/pooling_models/classify; huggingface.co/vllm-sr/mmbert32k-jailbreak-detector-merged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INDUSTRY VIEW · JUDGE VS DECISION MODEL VS TINY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The common pattern is a cascade: cheap checks on every call, expensive judges only where they pay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97480" cy="6400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5803D"/>
                </a:solidFill>
                <a:latin typeface="IBM Plex Sans"/>
              </a:rPr>
              <a:t>T0 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MODEL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2257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regex · keywords · Presidio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RUNS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6265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every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0273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&lt; 5 ms (target)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428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LiteLLM content filter, Presidio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6392" y="1691640"/>
            <a:ext cx="201168" cy="0"/>
          </a:xfrm>
          <a:prstGeom prst="line">
            <a:avLst/>
          </a:prstGeom>
          <a:ln w="25400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19272" y="1371600"/>
            <a:ext cx="2697480" cy="6400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5803D"/>
                </a:solidFill>
                <a:latin typeface="IBM Plex Sans"/>
              </a:rPr>
              <a:t>T1  Tiny classifiers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1031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MODEL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32257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22M–400M encoders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7432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RUNS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96265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every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60273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~10–30 ms (target; PG2-22M 19.3 ms A100, Meta)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023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2428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Prompt Guard 2, vLLM SR mmBERT / Vela, Arch-Guard, Sentinel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8464" y="1691640"/>
            <a:ext cx="201167" cy="0"/>
          </a:xfrm>
          <a:prstGeom prst="line">
            <a:avLst/>
          </a:prstGeom>
          <a:ln w="25400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81344" y="1371600"/>
            <a:ext cx="2697480" cy="6400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B45309"/>
                </a:solidFill>
                <a:latin typeface="IBM Plex Sans"/>
              </a:rPr>
              <a:t>T2  Small judge / decision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21031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MODEL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32257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0.6B–12B generative or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27432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RUNS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296265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uncertain score or high-risk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360273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tens to hundreds of ms on GPU (measure)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4023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42428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Llama Guard 4, Granite Guardian, ShieldGemma, Nemotron Safety Guard, Luna-2, vSR Decision, TypeSafe Jev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0536" y="1691640"/>
            <a:ext cx="201168" cy="0"/>
          </a:xfrm>
          <a:prstGeom prst="line">
            <a:avLst/>
          </a:prstGeom>
          <a:ln w="2540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043416" y="1371600"/>
            <a:ext cx="2697480" cy="64008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369A1"/>
                </a:solidFill>
                <a:latin typeface="IBM Plex Sans"/>
              </a:rPr>
              <a:t>T3  Large LLM-as-judge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10312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MODEL 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9136" y="232257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frontier model + rubric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274320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RUNS 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296265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async: sampled + flagged traffic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360273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seconds; off the request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9136" y="4023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IBM Plex Sans"/>
              </a:rPr>
              <a:t>EXAMPLES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6" y="42428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LiteLLM llm_as_a_judge, Galileo LLM metrics, Patronus Glider / Lynx (non-commercial)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2744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IBM Plex Sans"/>
              </a:rPr>
              <a:t>Escalate only when T1 is uncertain (score in a grey band) or the route is high-risk; everything else is decided at T0 / T1.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74920"/>
            <a:ext cx="11292840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02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F766E"/>
                </a:solidFill>
                <a:latin typeface="IBM Plex Sans"/>
              </a:rPr>
              <a:t>DISTILLATION 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413248"/>
            <a:ext cx="251460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0B1F3A"/>
                </a:solidFill>
                <a:latin typeface="IBM Plex Sans"/>
              </a:rPr>
              <a:t>T3 judge labels flagged + sampled traffic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54680" y="5797296"/>
            <a:ext cx="27432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429000" y="5413248"/>
            <a:ext cx="251460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0B1F3A"/>
                </a:solidFill>
                <a:latin typeface="IBM Plex Sans"/>
              </a:rPr>
              <a:t>Humans review judge vs T1 disagreements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0" y="5797296"/>
            <a:ext cx="27432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17920" y="5413248"/>
            <a:ext cx="251460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0B1F3A"/>
                </a:solidFill>
                <a:latin typeface="IBM Plex Sans"/>
              </a:rPr>
              <a:t>Fine-tune / re-threshold T1 (and T2) models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32520" y="5797296"/>
            <a:ext cx="274319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06839" y="5413248"/>
            <a:ext cx="251460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0B1F3A"/>
                </a:solidFill>
                <a:latin typeface="IBM Plex Sans"/>
              </a:rPr>
              <a:t>Shadow-test, then promote with a policy version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Evidence: Luna-2 fine-tuning from labelled sets (docs.galileo.ai/concepts/luna/fine-tuning); RouteLLM LLM-judge data augmentation (lmsys.org/blog/2024-07-01-routellm)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11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INDUSTRY VIEW · MODEL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Guard and judge models compared: size, licence, what they detect, and where each fits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92840" cy="4928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06040"/>
                <a:gridCol w="1143000"/>
                <a:gridCol w="1828800"/>
                <a:gridCol w="2971800"/>
                <a:gridCol w="1051560"/>
                <a:gridCol w="1691640"/>
              </a:tblGrid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Model / service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Licence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Detects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Fit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IBM Plex Sans"/>
                        </a:rPr>
                        <a:t>Latency (documented)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Llama Prompt Guard 2 (Meta)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22M / 86M backbone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Llama licence (gated)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prompt injection + jailbreak, binary; 512-token window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5803D"/>
                          </a:solidFill>
                          <a:latin typeface="IBM Plex Sans"/>
                        </a:rPr>
                        <a:t>sync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19.3 / 92.4 ms, A100, 512 tok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vLLM SR mmBERT-32K (jailbreak, PII, intent)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≈307M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Apache-2.0; PII model MIT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jailbreak; 17 PII types (35 BIO labels); intent; 32K context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5803D"/>
                          </a:solidFill>
                          <a:latin typeface="IBM Plex Sans"/>
                        </a:rPr>
                        <a:t>sync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Katanemo Arch-Guard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≈0.28B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jailbreak / prompt attacks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5803D"/>
                          </a:solidFill>
                          <a:latin typeface="IBM Plex Sans"/>
                        </a:rPr>
                        <a:t>sync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Qualifire Sentinel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≈0.4B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custom (gated); verify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prompt injection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5803D"/>
                          </a:solidFill>
                          <a:latin typeface="IBM Plex Sans"/>
                        </a:rPr>
                        <a:t>sync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Llama Guard 4 / Llama Guard 3-1B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12B / 1.5B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Llama 4 / 3.2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input + output hazard taxonomy; LG4 multimodal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IBM Granite Guardian 3.3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8B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harm, jailbreak, RAG groundedness (verify scope)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Google ShieldGemma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2B / 9B / 27B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Gemma terms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sexual, dangerous, hate, harassment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NVIDIA Nemotron Safety Guard v3 + NeMo Guardrails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8B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NVIDIA model licence (verify); toolkit Apache-2.0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multilingual content safety; rails orchestration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Galileo Luna-2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3B / 8B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commercial, Enterprise tier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eval metrics: toxicity, injection, agentic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5803D"/>
                          </a:solidFill>
                          <a:latin typeface="IBM Plex Sans"/>
                        </a:rPr>
                        <a:t>sync (vendor)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152 ms avg; 15–16 ms at 500 tok, H100 (vendor)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vLLM SR Decision 1.0 / 2.0, Vela 2.0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0.6B–27B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zero-shot decision / routing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selective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TypeSafe Jev (LiteLLM decision_model)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n/d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commercial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yes/no predicate questions you write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sync (remote)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not 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Patronus Lynx / Glider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8B / 3.8B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CC-BY-NC-4.0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hallucination / rubric judging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0369A1"/>
                          </a:solidFill>
                          <a:latin typeface="IBM Plex Sans"/>
                        </a:rPr>
                        <a:t>offline only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n/a (non-commercial)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334155"/>
                          </a:solidFill>
                          <a:latin typeface="IBM Plex Sans"/>
                        </a:rPr>
                        <a:t>Lakera · Azure Prompt Shields · Bedrock · Model Armor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managed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commercial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injection, PII, content, grounding (varies)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B45309"/>
                          </a:solidFill>
                          <a:latin typeface="IBM Plex Sans"/>
                        </a:rPr>
                        <a:t>sync remote / during_call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334155"/>
                          </a:solidFill>
                          <a:latin typeface="IBM Plex Sans"/>
                        </a:rPr>
                        <a:t>network-bound; measure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Licences and sizes from Hugging Face model APIs (19 Oct 2026); latency from Meta and Galileo model docs. 'measure' = no number relied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INDUSTRY VIEW ·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In-path: tiny local classifiers. Selective: one open 8B guard. Off-path: a frontier judge that trains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39312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BM Plex Sans"/>
              </a:rPr>
              <a:t>IN-PATH DECISION  (every request, sync)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639312" cy="324612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T0: litellm_content_filter + Presidio (mask / block).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T1 jailbreak: bake-off between Prompt Guard 2 86M (multilingual, 512-token window, so chunk long inputs) and mmBERT-32K jailbreak (32K context, Apache-2.0).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T1 PII: Presidio + mmBERT PII NER, with custom recognisers for Indian identifiers (to confirm).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1" i="0">
                <a:solidFill>
                  <a:srgbClr val="0B1F3A"/>
                </a:solidFill>
                <a:latin typeface="IBM Plex Sans"/>
              </a:rPr>
              <a:t>Choose on recall at a fixed FPR measured on your traffic, plus p95.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371600"/>
            <a:ext cx="363931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BM Plex Sans"/>
              </a:rPr>
              <a:t>SELECTIVE  (high-risk routes / grey-band scores)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874519"/>
            <a:ext cx="3639312" cy="32461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Granite Guardian 3.3 8B (Apache-2.0) on a vLLM GPU pool for output harm and groundedness.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Llama Guard 4 only if image inputs need screening, after a licence review.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Luna-2 if Galileo Enterprise is already licensed; validate the vendor latency on your payload sizes.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Run during_call where you only need to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1583" y="1371600"/>
            <a:ext cx="3639312" cy="5029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BM Plex Sans"/>
              </a:rPr>
              <a:t>OFF-PATH JUDGE  (async, offline)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1583" y="1874519"/>
            <a:ext cx="3639312" cy="324612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Frontier LLM-as-judge via Galileo metrics, on sampled and all flagged traffic.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Human review of disagreements gives labelled sets for fine-tuning T1.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0" i="0">
                <a:solidFill>
                  <a:srgbClr val="0B1F3A"/>
                </a:solidFill>
                <a:latin typeface="IBM Plex Sans"/>
              </a:rPr>
              <a:t>Re-tune thresholds per policy version; shadow before promotion.</a:t>
            </a:r>
          </a:p>
          <a:p>
            <a:pPr algn="l" marL="164592" indent="-164592">
              <a:spcAft>
                <a:spcPts val="900"/>
              </a:spcAft>
              <a:buChar char="•"/>
            </a:pPr>
            <a:r>
              <a:rPr sz="1250" b="1" i="0">
                <a:solidFill>
                  <a:srgbClr val="0B1F3A"/>
                </a:solidFill>
                <a:latin typeface="IBM Plex Sans"/>
              </a:rPr>
              <a:t>Also the quality gate for the auto router.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1C1C"/>
                </a:solidFill>
                <a:latin typeface="IBM Plex Sans"/>
              </a:rPr>
              <a:t>Keep out of the request path: </a:t>
            </a:r>
            <a:r>
              <a:rPr sz="1100" b="0" i="0">
                <a:solidFill>
                  <a:srgbClr val="334155"/>
                </a:solidFill>
                <a:latin typeface="IBM Plex Sans"/>
              </a:rPr>
              <a:t>Patronus Lynx / Glider (CC-BY-NC-4.0, non-commercial). Any frontier-LLM judge on every call (seconds of latency and per-call cost). </a:t>
            </a:r>
            <a:r>
              <a:rPr sz="1100" b="1" i="0">
                <a:solidFill>
                  <a:srgbClr val="334155"/>
                </a:solidFill>
                <a:latin typeface="IBM Plex Sans"/>
              </a:rPr>
              <a:t>TypeSafe Jev via decision_model </a:t>
            </a:r>
            <a:r>
              <a:rPr sz="1100" b="0" i="0">
                <a:solidFill>
                  <a:srgbClr val="334155"/>
                </a:solidFill>
                <a:latin typeface="IBM Plex Sans"/>
              </a:rPr>
              <a:t>is a credible remote decision API, but each message is one call, latency is not documented, and its calls write no spend rows. Evaluate it, but do not default to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model cards on Hugging Face; docs.galileo.ai/concepts/luna/luna; docs.litellm.ai/docs/proxy/guardrails/decision_model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AUTO ROUTER FOR COST OPTIMISATION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One decision pass produces both safety and routing signals, and the router picks the cheapest adequate 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331720"/>
            <a:ext cx="1097280" cy="1188720"/>
          </a:xfrm>
          <a:prstGeom prst="roundRect">
            <a:avLst>
              <a:gd name="adj" fmla="val 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334155"/>
                </a:solidFill>
                <a:latin typeface="IBM Plex Sans"/>
              </a:rPr>
              <a:t>Client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334155"/>
                </a:solidFill>
                <a:latin typeface="IBM Plex Sans"/>
              </a:rPr>
              <a:t>calls existing alias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210312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BM Plex Sans"/>
              </a:rPr>
              <a:t>LiteLLM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CCFBF1"/>
                </a:solidFill>
                <a:latin typeface="IBM Plex Sans"/>
              </a:rPr>
              <a:t>keys · budgets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17320"/>
            <a:ext cx="2377440" cy="301752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B1F3A"/>
                </a:solidFill>
                <a:latin typeface="IBM Plex Sans"/>
              </a:rPr>
              <a:t>ONE DECISION PASS (pre_call)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Safety signals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B1F3A"/>
                </a:solidFill>
                <a:latin typeface="IBM Plex Sans"/>
              </a:rPr>
              <a:t>jailbreak · PII ·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79192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Routing signals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B1F3A"/>
                </a:solidFill>
                <a:latin typeface="IBM Plex Sans"/>
              </a:rPr>
              <a:t>intent · complexity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529584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Verdict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B1F3A"/>
                </a:solidFill>
                <a:latin typeface="IBM Plex Sans"/>
              </a:rPr>
              <a:t>block → 400 · route-safe · allow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965960"/>
            <a:ext cx="1874519" cy="1920240"/>
          </a:xfrm>
          <a:prstGeom prst="roundRect">
            <a:avLst>
              <a:gd name="adj" fmla="val 3902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Auto router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B1F3A"/>
                </a:solidFill>
                <a:latin typeface="IBM Plex Sans"/>
              </a:rPr>
              <a:t>auto_router/complexity_router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0F766E"/>
                </a:solidFill>
                <a:latin typeface="IBM Plex Sans"/>
              </a:rPr>
              <a:t>classifier_type: custom (reads signals)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64748B"/>
                </a:solidFill>
                <a:latin typeface="IBM Plex Sans"/>
              </a:rPr>
              <a:t>fallback: heuristic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2148840" cy="896112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Cheap  ·  SIMPLE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Vertex flash-class · Bedrock small · Azure mini (placeholders)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818120" y="1865376"/>
            <a:ext cx="274320" cy="1060704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92440" y="2441448"/>
            <a:ext cx="2148840" cy="896112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Balanced  ·  MEDIUM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mid-tier per cloud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818120" y="2889504"/>
            <a:ext cx="274320" cy="36576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3465576"/>
            <a:ext cx="2148840" cy="896112"/>
          </a:xfrm>
          <a:prstGeom prst="roundRect">
            <a:avLst>
              <a:gd name="adj" fmla="val 816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Frontier  ·  COMPLEX / REASONING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frontier per cloud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2926080"/>
            <a:ext cx="274320" cy="987552"/>
          </a:xfrm>
          <a:prstGeom prst="line">
            <a:avLst/>
          </a:prstGeom>
          <a:ln w="127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9880" y="141732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Fallbacks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router_settings fallbacks; next tier / other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9880" y="306324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Post-call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0B1F3A"/>
                </a:solidFill>
                <a:latin typeface="IBM Plex Sans"/>
              </a:rPr>
              <a:t>PII leak · safety · quality sample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63040" y="292608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63240" y="292608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926080"/>
            <a:ext cx="2743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41280" y="210312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28248" y="2788920"/>
            <a:ext cx="0" cy="2743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5760" y="470916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Galileo + spend logs: </a:t>
            </a:r>
            <a:r>
              <a:rPr sz="1100" b="0" i="0">
                <a:solidFill>
                  <a:srgbClr val="334155"/>
                </a:solidFill>
                <a:latin typeface="IBM Plex Sans"/>
              </a:rPr>
              <a:t>routing_decision (routed_model, cause, tier, classifier_cost), autorouter_savings, guardrail_information, plus quality metrics on sampled traffic.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3749039"/>
            <a:ext cx="0" cy="960121"/>
          </a:xfrm>
          <a:prstGeom prst="line">
            <a:avLst/>
          </a:prstGeom>
          <a:ln w="19050">
            <a:solidFill>
              <a:srgbClr val="6474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" y="5532120"/>
            <a:ext cx="11430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3A"/>
                </a:solidFill>
                <a:latin typeface="IBM Plex Sans"/>
              </a:rPr>
              <a:t>How one pass feeds both: </a:t>
            </a:r>
            <a:r>
              <a:rPr sz="1100" b="0" i="0">
                <a:solidFill>
                  <a:srgbClr val="334155"/>
                </a:solidFill>
                <a:latin typeface="IBM Plex Sans"/>
              </a:rPr>
              <a:t>the classifier service returns safety and intent or complexity scores together. The guardrail stores them on request metadata, or in Redis keyed by litellm_call_id, and the router's custom classify(context) reads context.metadata. </a:t>
            </a:r>
            <a:r>
              <a:rPr sz="1100" b="1" i="0">
                <a:solidFill>
                  <a:srgbClr val="B45309"/>
                </a:solidFill>
                <a:latin typeface="IBM Plex Sans"/>
              </a:rPr>
              <a:t>Verify in the POC that guardrail-written metadata reaches RoutingContext; otherwise use the Redis key.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Source: docs.litellm.ai/docs/proxy/auto_routing (custom classifier plugin: RoutingContext with metadata; routing_decision metadata; savings)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AUTO ROUTER · WHAT LITELLM 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Checked against docs: the complexity router is beta, but classification, pools, affinity and savings are all configurable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92840" cy="4928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7360920"/>
                <a:gridCol w="2103120"/>
              </a:tblGrid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Capability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Config / behaviour (docs.litellm.ai/docs/proxy/auto_routing)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Default / version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[Beta] Auto Routing; config keys may change. Semantic auto router deprecated but still works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ships v1.94.x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Heuristic scorer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7 dimensions (tokens, code, reasoning markers, technical terms…); zero API calls, sub-millisecond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default classifier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LLM classifier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classifier_type: llm + classifier_llm_config {model, timeout_ms}; failure → classifier_fallback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fallback: heuristic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Custom plugin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classifier_type: custom; classifier_plugin = dotted path to async classify(context); config file only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v1.99.x; 3000 ms timeout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Keyword rules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keyword_tier_rules; semantic_keyword_matching + embedding_model + match_threshold; highest tier wins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off unless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Tier pools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single model, list (uniform random) or adaptive: true (Thompson sampling within tier)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per tier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Session / cache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session_affinity pins model name (TTL); optional_pre_call_checks: deployment_affinity, session_affinity, prompt_caching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session_affinity: false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Context escalation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enable_context_window_escalation moves prompts that provably do not fit to a higher tier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v1.101.0; off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Savings accounting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baseline = most expensive model in hardest tier; net of classifier_cost; can go negative on cache writes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v1.100+ (net)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Observability / test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cause= decision log; x-litellm-model-id; return_raw_model_name; POST /auto_router/test_routing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test_routing: no completion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Also: classifier_type: jev (TypeSafe System One) exists; custom tier_definitions and replaced instructions are Enterprise features (same page).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AUTO ROUTER · DECISION MODEL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Keep the router in LiteLLM; plug in external routers only as signals, never as a new client endpoint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92840" cy="4389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65960"/>
                <a:gridCol w="2606040"/>
                <a:gridCol w="2148840"/>
                <a:gridCol w="1600200"/>
                <a:gridCol w="1554480"/>
                <a:gridCol w="141732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Option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How it decides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Licence / deploy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Latency (documented)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Client change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IBM Plex Sans"/>
                        </a:rPr>
                        <a:t>Fit here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LiteLLM complexity_router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heuristic · LLM · keyword · custom plugin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in gateway; beta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sub-ms heuristic; else one classifier call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none: reuse existing alias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803D"/>
                          </a:solidFill>
                          <a:latin typeface="IBM Plex Sans"/>
                        </a:rPr>
                        <a:t>Primary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vLLM Semantic Router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signals (mmBERT / Vela encoders, Decision models) → decisions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Apache-2.0; self-host Go router, Envoy ExtProc (v0.4.0)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if registered behind LiteLLM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Signal source; later option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RouteLLM (LMSYS)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strong vs weak pair: mf (recommended), bert, sw_ranking, causal_llm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Apache-2.0; OpenAI-compatible server; repo last pushed Aug 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not 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behind LiteLLM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Baseline; 2 models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Not Diamond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hosted meta-model; /modelSelect returns a model; not a gateway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SaaS; $0.05 per M tokens routed (pricing page)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not documented; extra hop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(call from plugin)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Optional; data leaves VPC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Martian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proprietary model router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SaaS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B45309"/>
                          </a:solidFill>
                          <a:latin typeface="IBM Plex Sans"/>
                        </a:rPr>
                        <a:t>not verified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B45309"/>
                          </a:solidFill>
                          <a:latin typeface="IBM Plex Sans"/>
                        </a:rPr>
                        <a:t>Verify; primary docs not reviewed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Azure Foundry Model Router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trained router; Balanced (default) / Cost / Quality; model subset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Azure-managed; version 2025-11-18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not documented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(azure entry in LiteLLM)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Azure traffic only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334155"/>
                          </a:solidFill>
                          <a:latin typeface="IBM Plex Sans"/>
                        </a:rPr>
                        <a:t>Bedrock Intelligent Prompt Routing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predicts quality across models in one family; fallback + quality-difference threshold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AWS-managed; English-optimised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not 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none (bedrock entry)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IBM Plex Sans"/>
                        </a:rPr>
                        <a:t>Bedrock traffic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IBM Plex Sans"/>
              </a:rPr>
              <a:t>Hyperscaler routers only route within their own cloud's catalogue. A cross-cloud tier decision (Vertex vs Bedrock vs Azure) has to live in LiteLLM.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LiteLLM auto_routing; vllm-project/semantic-router; lm-sys/RouteLLM; docs.notdiamond.ai; Microsoft Learn model-router; AWS Bedrock prompt-routing (full URLs on Sources)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AUTO ROUTER ·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Report savings against a priced baseline, net of decision costs, and only for traffic that passes a quality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7784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Net savings = Σ [ cost(baseline) − cost(routed) − cost(decision) ]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CCFBF1"/>
                </a:solidFill>
                <a:latin typeface="IBM Plex Sans"/>
              </a:rPr>
              <a:t>per request, summed over the period; reported with estimate coverage 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97480"/>
            <a:ext cx="1280160" cy="777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IBM Plex Sans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15768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All-frontier shadow. LiteLLM derives it as the most expensive model in the hardest configured tier, priced on the same usage.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280160" cy="777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IBM Plex Sans"/>
              </a:rPr>
              <a:t>Routed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630168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Actual billed spend for the model that served the request (from cost tracking).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26280"/>
            <a:ext cx="1280160" cy="777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F766E"/>
                </a:solidFill>
                <a:latin typeface="IBM Plex San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544568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Classifier + guardrail calls. Note: decision_model guardrail calls write no spend rows, so add them from the provider bill.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5577840" cy="82296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B91C1C"/>
                </a:solidFill>
                <a:latin typeface="IBM Plex Sans"/>
              </a:rPr>
              <a:t>Do not quote </a:t>
            </a:r>
            <a:r>
              <a:rPr sz="1050" b="0" i="0">
                <a:solidFill>
                  <a:srgbClr val="334155"/>
                </a:solidFill>
                <a:latin typeface="IBM Plex Sans"/>
              </a:rPr>
              <a:t>vendor headlines (RouteLLM 'up to 85%' on MT Bench; Bedrock 'up to 30%'). They are benchmark or vendor claims and do not transfer to your traffic.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39496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44752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1  Golden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426464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Curate prompts per intent from real traffic and score them with Galileo metrics (same metric for every tier).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359152"/>
            <a:ext cx="539496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32304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2  Quality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414016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A tier is allowed for an intent only if its score is within an agreed tolerance of frontier. Business owners set the tolerance.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346704"/>
            <a:ext cx="539496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19856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3  Shadow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401568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test_routing / log-only decisions on replayed traffic; no user impact.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334256"/>
            <a:ext cx="539496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0740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4  Routable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38912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Share of requests served below frontier that pass the gate, out of all requests.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5321808"/>
            <a:ext cx="539496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39496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IBM Plex Sans"/>
              </a:rPr>
              <a:t>5 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376672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Net savings, coverage %, routable share, quality delta, p95 latency delta, by team.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docs.litellm.ai/docs/proxy/auto_routing (Reported savings); .../guardrails/decision_model (Cost and latency); lmsys.org RouteLLM blog; aws.amazon.com/bedrock/intelligent-prompt-routing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AUTO ROUTER · CONFIG AND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Put the router behind the alias clients already call, then shadow, canary and promote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640080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BD5E1"/>
                </a:solidFill>
                <a:latin typeface="IBM Plex Sans"/>
              </a:rPr>
              <a:t>config.yaml: illustrative (real keys, placeholder models)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18488"/>
            <a:ext cx="6400800" cy="469087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6181344" cy="4544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model_list: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model_name: tier-cheap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 {model: vertex_ai/&lt;flash-class-model&gt;}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model_name: tier-balanced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 {model: bedrock/&lt;mid-tier-model-id&gt;}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model_name: tier-frontier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 {model: azure/&lt;frontier-deployment&gt;}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- model_name: chat-default     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alias clients already use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litellm_params: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model: auto_router/complexity_router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complexity_router_config: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tiers: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SIMPLE:    tier-cheap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MEDIUM:    tier-balanced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COMPLEX:   tier-frontier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  REASONING: tier-frontier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classifier_type: custom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classifier_plugin: classifiers.signal_tier </a:t>
            </a:r>
            <a:r>
              <a:rPr sz="950" b="0" i="0">
                <a:solidFill>
                  <a:srgbClr val="94A3B8"/>
                </a:solidFill>
                <a:latin typeface="IBM Plex Mono"/>
              </a:rPr>
              <a:t>  # reads safety/intent signals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classifier_fallback: heuristic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  session_affinity: true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  complexity_router_default_model: tier-balanced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router_settings: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optional_pre_call_checks: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  ["deployment_affinity", "session_affinity", "prompt_caching"]</a:t>
            </a:r>
          </a:p>
          <a:p>
            <a:pPr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IBM Plex Mono"/>
              </a:rPr>
              <a:t>  fallbacks: [{"tier-cheap": ["tier-balanced"]}]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25880"/>
            <a:ext cx="1051560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1325880"/>
            <a:ext cx="3566160" cy="8961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Run POST /auto_router/test_routing on replayed logs (classifies only). Measure tier mix and classifier p95.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350008"/>
            <a:ext cx="1051560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Week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2350008"/>
            <a:ext cx="3566160" cy="8961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Golden-set quality gate per intent in Galileo, comparing each tier with frontier.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374136"/>
            <a:ext cx="1051560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Week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374136"/>
            <a:ext cx="3566160" cy="8961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Canary: one team's alias points at the router; watch autorouter_savings, quality, p95, fallbacks.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4398264"/>
            <a:ext cx="1051560" cy="8961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Exit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4398264"/>
            <a:ext cx="3566160" cy="8961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IBM Plex Sans"/>
              </a:rPr>
              <a:t>Promote per team when net savings &gt; 0 at coverage ≥ agreed %, with the quality delta inside tolerance.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48640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45309"/>
                </a:solidFill>
                <a:latin typeface="IBM Plex Sans"/>
              </a:rPr>
              <a:t>Reusing an existing model_name for the router keeps client code unchanged. Confirm that callers do not assert on the response 'model' field (return_raw_model_name defaults to false).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Source: docs.litellm.ai/docs/proxy/auto_routing. Model IDs are placeholders, so substitute your deployed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POC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Day 1 to 2: a guardrail stack you can test with no client change; week 2 onward adds the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3931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DAY 1 ·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39312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34155"/>
                </a:solidFill>
                <a:latin typeface="IBM Plex Sans"/>
              </a:rPr>
              <a:t>docker compose (or one K8s namespace):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litellm proxy (image pinned by digest) + Postgres + Redis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presidio-analyzer + presidio-anonymizer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vllm serve mmBERT jailbreak (--runner pooling)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pii-ner service (transformers, token classification)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guard-decision (generic guardrail API, policy file)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Galileo logging callback on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34155"/>
                </a:solidFill>
                <a:latin typeface="IBM Plex Sans"/>
              </a:rPr>
              <a:t>Point a staging DNS name at the proxy; same keys.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371600"/>
            <a:ext cx="3639312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DAY 2 · ATTACK &amp;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1828800"/>
            <a:ext cx="3639312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34155"/>
                </a:solidFill>
                <a:latin typeface="IBM Plex Sans"/>
              </a:rPr>
              <a:t>Red-team suites: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garak probes (injection, jailbreak, leakage)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promptfoo red-team plugins + PyRIT orchestrators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34155"/>
                </a:solidFill>
                <a:latin typeface="IBM Plex Sans"/>
              </a:rPr>
              <a:t>Data sets: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synthetic PII incl. emails, cards, Indian IDs (confirm entities)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benign replay: 1–2k anonymised real prompts for false positives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Load: k6 / locust at peak RPS, with and without guardrails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1583" y="1371600"/>
            <a:ext cx="3639312" cy="457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SUCCESS METRICS  (proposed thresholds)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1583" y="1828800"/>
            <a:ext cx="3639312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Attack block rate on held-out red-team set: report per suite; target set with Security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False-positive rate on benign replay ≤ 1% (proposed)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Added p95 latency ≤ 50 ms sync path (target)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Zero client change: existing client test suites pass unchanged against the new URL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100% of verdicts visible in guardrail_information + Galileo</a:t>
            </a:r>
          </a:p>
          <a:p>
            <a:pPr algn="l" marL="164592" indent="-164592">
              <a:spcAft>
                <a:spcPts val="800"/>
              </a:spcAft>
              <a:buChar char="•"/>
            </a:pPr>
            <a:r>
              <a:rPr sz="1250" b="0" i="0">
                <a:solidFill>
                  <a:srgbClr val="334155"/>
                </a:solidFill>
                <a:latin typeface="IBM Plex Sans"/>
              </a:rPr>
              <a:t>Fail-closed behaviour proven by killing the classifier pod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Tools: github.com/NVIDIA/garak · promptfoo.dev · github.com/Azure/PyRIT · microsoft.github.io/presidio. Thresholds are proposals for you to agree, not measured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19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PRODUCTION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Production adds HA, a failure policy per route, policy-as-code, and an approval path for Agent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High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LiteLLM ≥ 3 replicas behind LB; shared Redis for rate limits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Postgres HA for keys, spend and logs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Guardrail services: ≥ 2 replicas, PodDisruptionBudgets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3716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13716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554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Scale the classifiers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0116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One Deployment per model; HPA on p95 and queue depth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CPU pool for tiny encoders (verify throughput), GPU pool for 8B guards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Pin HF model revisions; warm replicas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13716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3716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1554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Fail-open vs fail-closed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20116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Per route: regulated / external → fail_closed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Internal low-risk → fail_open + critical-log alert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Use unreachable_fallback, fail_on_error,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Policy-as-code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Guardrail config + thresholds in Git, PR review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Policy version stamped on every verdict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Canary per team, then promote; rollback = revert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38862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8862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069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Audit &amp; 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5262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guardrail_information → Galileo + SIEM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Redaction flags so logs do not leak PII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Dashboards: block rate, FPR, p95, fail-open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3" y="3886200"/>
            <a:ext cx="3639312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3886200"/>
            <a:ext cx="363931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3" y="4069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Change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452628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Agent Control first as an evaluator behind the decision service: no agent code change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Adopt @control() later for in-agent tool steps</a:t>
            </a:r>
          </a:p>
          <a:p>
            <a:pPr algn="l" marL="164592" indent="-164592">
              <a:spcAft>
                <a:spcPts val="500"/>
              </a:spcAft>
              <a:buChar char="•"/>
            </a:pPr>
            <a:r>
              <a:rPr sz="1100" b="0" i="0">
                <a:solidFill>
                  <a:srgbClr val="334155"/>
                </a:solidFill>
                <a:latin typeface="IBM Plex Sans"/>
              </a:rPr>
              <a:t>Per-tenant policies via team_id; CAB template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Failure flags: docs.litellm.ai/docs/adding_provider/generic_guardrail_api. Redaction flags: docs.litellm.ai/docs/proxy/security_owasp_llm_top10 (LLM02).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20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RISKS AND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Most risks are about tuning and licences, not feasibility; the open questions decide scope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6949439" cy="45354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400"/>
                <a:gridCol w="3749039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IBM Plex Sans"/>
                        </a:rPr>
                        <a:t>Mitigation</a:t>
                      </a:r>
                    </a:p>
                  </a:txBody>
                  <a:tcPr marL="54864" marR="54864" marT="27432" marB="27432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Classifier evasion, multilingual gaps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Layer T0 + T1 + least-privilege tools; red-team monthly; distillation loop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False positives block business flows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Shadow (logging_only) first; per-team thresholds; appeal path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Latency tail under 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Hard timeouts, HPA, chunk long inputs; measure p95 and p99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Streaming post_call is audit-only unless buffered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Buffer on high-risk routes (adds TTFT); otherwise audit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Enterprise-only features (per-key and model-level guardrails, secret detection)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Team-aware custom guardrail on OSS, or license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Beta auto router; sensitive_data_routing not registered (issue #36535)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Pin version; integration tests on upgrade; custom reroute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IBM Plex Sans"/>
                        </a:rPr>
                        <a:t>Model licences (Llama, Gemma, CC-BY-NC)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IBM Plex Sans"/>
                        </a:rPr>
                        <a:t>Legal review before production; prefer Apache / MIT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80960" y="1325880"/>
            <a:ext cx="4069080" cy="4983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B1F3A"/>
                </a:solidFill>
                <a:latin typeface="IBM Plex Sans"/>
              </a:rPr>
              <a:t>Open questions for you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Which LiteLLM licence tier do you run (OSS or Enterprise)?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Do residency rules allow managed guardrails per cloud region?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Agent Control approval path and timeline; who owns policy?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Galileo Enterprise (Luna-2) entitlement?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Who signs off fail-open vs fail-closed per route?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Audit against OWASP 2025 or the new 2026 list?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Indian PII entities in scope (Aadhaar, PAN, UPI)?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Share of streaming traffic, and what TTFT is acceptable?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00" b="0" i="0">
                <a:solidFill>
                  <a:srgbClr val="334155"/>
                </a:solidFill>
                <a:latin typeface="IBM Plex Sans"/>
              </a:rPr>
              <a:t>Do any clients assert on the response 'model' field?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Sources: LiteLLM quick start (Enterprise markers); custom guardrail docs (streaming); github.com/BerriAI/litellm/issues/36535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Primary sources used (accessed 19 October 2026),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532120" cy="498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guardrails quick start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docs.litellm.ai/docs/proxy/guardrails/quick_start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custom guardrail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docs.litellm.ai/docs/proxy/guardrails/custom_guardrail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generic guardrail API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docs.litellm.ai/docs/adding_provider/generic_guardrail_api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content filter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docs.litellm.ai/docs/proxy/guardrails/litellm_content_filter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guardrail providers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docs.litellm.ai/docs/guardrail_providers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decision model guardrail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docs.litellm.ai/docs/proxy/guardrails/decision_model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OWASP 2026 mapping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docs.litellm.ai/docs/proxy/security_owasp_llm_top10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auto routing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docs.litellm.ai/docs/proxy/auto_routing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25880"/>
            <a:ext cx="5532120" cy="498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Bedrock / Model Armor / Azure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docs.litellm.ai/docs/proxy/guardrails/bedrock · /model_armor · /azure_content_guardrail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LiteLLM repo (hooks, galileo.py, v1.106.0)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github.com/BerriAI/litellm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Sensitive data routing issue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github.com/BerriAI/litellm/issues/36535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OWASP Top 10 for LLM Apps 2025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genai.owasp.org/llm-top-10/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Agent Control repo (Apache-2.0)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github.com/agentcontrol/agent-control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Agent Control server API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docs.agentcontrol.dev/components/server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Agent Control performance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docs.agentcontrol.dev/concepts/performance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Agent Control announcement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galileo.ai/blog/announcing-agent-control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Vendor figures are labelled 'vendor'. Unverified items are marked 'verify' on the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F766E"/>
                </a:solidFill>
                <a:latin typeface="IBM Plex San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IBM Plex Sans"/>
              </a:rPr>
              <a:t>Primary sources used (accessed 19 October 2026),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532120" cy="498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Galileo Luna-2 overview (vendor figures)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docs.galileo.ai/concepts/luna/luna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Galileo Luna-2 fine-tuning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docs.galileo.ai/concepts/luna/fine-tuning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vLLM Semantic Router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github.com/vllm-project/semantic-router (v0.4.0, AGENTS.md)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vLLM SR models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huggingface.co/vllm-sr (mmbert32k-*-merged, Vela, Decision)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vLLM pooling / classify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docs.vllm.ai/en/stable/models/pooling_models/classify/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Llama Prompt Guard 2 model card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github.com/meta-llama/PurpleLlama/.../Llama-Prompt-Guard-2/86M/MODEL_CARD.md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Llama Guard 4 / 3-1B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huggingface.co/meta-llama/Llama-Guard-4-12B · /Llama-Guard-3-1B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Granite Guardian 3.3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huggingface.co/ibm-granite/granite-guardian-3.3-8b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25880"/>
            <a:ext cx="5532120" cy="498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ShieldGemma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huggingface.co/google/shieldgemma-2b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Nemotron Safety Guard v3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huggingface.co/nvidia/Llama-3.1-Nemotron-Safety-Guard-8B-v3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Arch-Guard · Sentinel · Lynx · Glider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huggingface.co/katanemo/Arch-Guard · /qualifire/prompt-injection-sentinel · /PatronusAI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RouteLLM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github.com/lm-sys/RouteLLM · lmsys.org/blog/2024-07-01-routellm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Not Diamond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docs.notdiamond.ai · notdiamond.ai/pricing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Azure Foundry model router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learn.microsoft.com/en-us/azure/foundry/openai/concepts/model-router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Bedrock intelligent prompt routing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docs.aws.amazon.com/bedrock/latest/userguide/prompt-routing.html</a:t>
            </a:r>
          </a:p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B1F3A"/>
                </a:solidFill>
                <a:latin typeface="IBM Plex Sans"/>
              </a:rPr>
              <a:t>Red-team tooling  </a:t>
            </a:r>
            <a:r>
              <a:rPr sz="950" b="0" i="0">
                <a:solidFill>
                  <a:srgbClr val="0369A1"/>
                </a:solidFill>
                <a:latin typeface="IBM Plex Sans"/>
              </a:rPr>
              <a:t>github.com/NVIDIA/garak · promptfoo.dev · github.com/Azure/PyRIT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Vendor figures are labelled 'vendor'. Unverified items are marked 'verify' on the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BM Plex Sans"/>
              </a:rPr>
              <a:t>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LiteLLM runtime guardrails and cost routing architecture</dc:title>
  <dc:subject/>
  <dc:creator>Grok Bot for Varun Saagar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